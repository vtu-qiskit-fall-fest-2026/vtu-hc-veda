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>
                <a:solidFill>
                  <a:srgbClr val="2E1B5B"/>
                </a:solidFill>
              </a:rPr>
              <a:t>QISKIT FALL FEST 2026</a:t>
            </a:r>
            <a:endParaRPr lang="en-US" sz="110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>
                <a:solidFill>
                  <a:srgbClr val="5B3BA8"/>
                </a:solidFill>
              </a:rPr>
              <a:t>IBM Quantum</a:t>
            </a:r>
            <a:endParaRPr lang="en-US" sz="95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2E1B5B"/>
                </a:solidFill>
              </a:rPr>
              <a:t>QISKIT FALL FEST 2026  ·  HOSTED BY VTU, BELAGAVI</a:t>
            </a:r>
            <a:endParaRPr lang="en-US" sz="85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>
                <a:solidFill>
                  <a:srgbClr val="5B3BA8"/>
                </a:solidFill>
              </a:rPr>
              <a:t>27 – 31 OCT 2026</a:t>
            </a:r>
            <a:endParaRPr lang="en-US" sz="8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>
                <a:solidFill>
                  <a:srgbClr val="2E1B5B"/>
                </a:solidFill>
              </a:rPr>
              <a:t>QISKIT FALL FEST 2026</a:t>
            </a:r>
            <a:endParaRPr lang="en-US" sz="110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>
                <a:solidFill>
                  <a:srgbClr val="5B3BA8"/>
                </a:solidFill>
              </a:rPr>
              <a:t>IBM Quantum</a:t>
            </a:r>
            <a:endParaRPr lang="en-US" sz="95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2E1B5B"/>
                </a:solidFill>
              </a:rPr>
              <a:t>QISKIT FALL FEST 2026  ·  HOSTED BY VTU, BELAGAVI</a:t>
            </a:r>
            <a:endParaRPr lang="en-US" sz="85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>
                <a:solidFill>
                  <a:srgbClr val="5B3BA8"/>
                </a:solidFill>
              </a:rPr>
              <a:t>27 – 31 OCT 2026</a:t>
            </a:r>
            <a:endParaRPr lang="en-US" sz="85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/>
          </a:p>
          <a:p>
            <a:r>
              <a:rPr lang="en-US" sz="900"/>
              <a:t>Green Quanta – AI-Powered Quantum Learning Platform</a:t>
            </a:r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/>
          </a:p>
          <a:p>
            <a:r>
              <a:rPr lang="it-IT" sz="900"/>
              <a:t>Track 4: Quantum + AI &amp; ML</a:t>
            </a:r>
            <a:endParaRPr lang="en-US" sz="90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/>
          </a:p>
          <a:p>
            <a:pPr marL="0" indent="0" algn="l">
              <a:buNone/>
            </a:pPr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</a:t>
            </a:r>
            <a:endParaRPr lang="en-US" sz="90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</a:p>
          <a:p>
            <a:pPr marL="0" indent="0" algn="l">
              <a:buNone/>
            </a:pPr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naik</a:t>
            </a:r>
            <a:endParaRPr lang="en-US" sz="90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</a:p>
          <a:p>
            <a:pPr marL="0" indent="0" algn="l">
              <a:buNone/>
            </a:pPr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darshannaik0915@gmail.com</a:t>
            </a:r>
            <a:endParaRPr lang="en-US" sz="90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/>
          </a:p>
          <a:p>
            <a:pPr marL="0" indent="0" algn="l">
              <a:buNone/>
            </a:pPr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.Amol .Payal</a:t>
            </a:r>
            <a:endParaRPr lang="en-US" sz="90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/>
          </a:p>
          <a:p>
            <a:r>
              <a:rPr lang="en-US" sz="900" err="1"/>
              <a:t>Vishveshvaraya</a:t>
            </a:r>
            <a:r>
              <a:rPr lang="en-US" sz="900"/>
              <a:t> Technological University, Belagavi</a:t>
            </a:r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/>
          </a:p>
          <a:p>
            <a:pPr marL="0" indent="0" algn="l">
              <a:buNone/>
            </a:pPr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i="1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i="1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is difficult for beginners to learn because concepts such as qubits, superposition, quantum gates, and measurement are often taught theoretically, with limited opportunities for hands-on experimentation.</a:t>
            </a:r>
          </a:p>
          <a:p>
            <a:endParaRPr lang="en-US" sz="1200" i="1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19" y="1874520"/>
            <a:ext cx="787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Simplify quantum learning through interactive lessons.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and simulate quantum circuits.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Visualize quantum states and measurement results.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AI-powered quantum tutor.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Step-by-step circuit simulation.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Integrated lessons, algorithms, and quizzes.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quantum computing practical and beginner-friendly.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19" y="1874520"/>
            <a:ext cx="7858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Solution – Green Quanta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Interactive quantum lessons and algorithms.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Circuit builder with quantum gates.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err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-powered circuit simulation and measurement results.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Tutor and interactive quizzes.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Demonstrates superposition and quantum gate operations.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Visualizes circuit outputs and quantum states.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Makes quantum concepts easier to explore through hands-on learning. 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86899"/>
            <a:ext cx="2783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/>
              <a:t>Key Features</a:t>
            </a:r>
          </a:p>
          <a:p>
            <a:endParaRPr lang="en-US" sz="1200"/>
          </a:p>
          <a:p>
            <a:r>
              <a:rPr lang="en-US" sz="1200"/>
              <a:t>- Interactive quantum circuit builder</a:t>
            </a:r>
          </a:p>
          <a:p>
            <a:r>
              <a:rPr lang="en-US" sz="1200"/>
              <a:t>- </a:t>
            </a:r>
            <a:r>
              <a:rPr lang="en-US" sz="1200" err="1"/>
              <a:t>Qiskit</a:t>
            </a:r>
            <a:r>
              <a:rPr lang="en-US" sz="1200"/>
              <a:t>-based circuit construction</a:t>
            </a:r>
          </a:p>
          <a:p>
            <a:r>
              <a:rPr lang="en-US" sz="1200"/>
              <a:t>- </a:t>
            </a:r>
            <a:r>
              <a:rPr lang="en-US" sz="1200" err="1"/>
              <a:t>Qiskit</a:t>
            </a:r>
            <a:r>
              <a:rPr lang="en-US" sz="1200"/>
              <a:t> Aer simulation</a:t>
            </a:r>
          </a:p>
          <a:p>
            <a:r>
              <a:rPr lang="en-US" sz="1200"/>
              <a:t>- Measurement counts and state probabilities</a:t>
            </a:r>
          </a:p>
          <a:p>
            <a:r>
              <a:rPr lang="en-US" sz="1200"/>
              <a:t>- Step-by-step quantum state visualization</a:t>
            </a:r>
          </a:p>
          <a:p>
            <a:r>
              <a:rPr lang="en-US" sz="1200"/>
              <a:t>- AI Tutor, lessons, and quizzes</a:t>
            </a:r>
          </a:p>
          <a:p>
            <a:r>
              <a:rPr lang="en-US" sz="1200"/>
              <a:t>- Interactive learning dashboard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954A4A-BB3B-3B4D-538B-CFF65EC21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43" y="1944210"/>
            <a:ext cx="4192074" cy="2358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A088D9-999D-F55A-49B2-891D735C3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15" y="1691640"/>
            <a:ext cx="8126569" cy="28739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results</a:t>
            </a:r>
            <a:endParaRPr lang="en-US" sz="1400"/>
          </a:p>
          <a:p>
            <a:pPr marL="0" indent="0" algn="ctr">
              <a:buNone/>
            </a:pPr>
            <a:r>
              <a:rPr lang="en-US" sz="11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plot or table</a:t>
            </a:r>
            <a:endParaRPr lang="en-US" sz="140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50318" y="1919596"/>
            <a:ext cx="2884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</a:p>
          <a:p>
            <a:endParaRPr lang="en-US" sz="1200" i="1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Quantum circuits simulated using </a:t>
            </a:r>
            <a:r>
              <a:rPr lang="en-US" sz="1200" i="1" err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Aer.</a:t>
            </a:r>
          </a:p>
          <a:p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Measurement counts and state probabilities visualized.</a:t>
            </a:r>
          </a:p>
          <a:p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Gate-by-gate state changes demonstrated.</a:t>
            </a:r>
          </a:p>
          <a:p>
            <a:r>
              <a:rPr lang="en-US" sz="12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Interactive quizzes and AI Tutor support learning.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96E9CA-846E-A65C-C54B-AB110013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58" y="1764792"/>
            <a:ext cx="4399522" cy="2492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27432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491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Makes quantum computing easier for beginners to learn.</a:t>
            </a:r>
          </a:p>
          <a:p>
            <a:r>
              <a:rPr lang="en-US" sz="14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Supports hands-on circuit building and simulation.</a:t>
            </a:r>
          </a:p>
          <a:p>
            <a:r>
              <a:rPr lang="en-US" sz="14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Helps students understand quantum algorithms visually.</a:t>
            </a:r>
          </a:p>
          <a:p>
            <a:r>
              <a:rPr lang="en-US" sz="14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Useful for education, research, and future quantum developers.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Quantum concepts are difficult for beginners.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Simulation results may be complex to understand.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Limited access to real quantum hardware.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</a:p>
          <a:p>
            <a:endParaRPr lang="en-US" sz="120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Integrate real quantum computers.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more quantum algorithms and experiments.</a:t>
            </a:r>
          </a:p>
          <a:p>
            <a:r>
              <a:rPr lang="en-US" sz="120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AI Tutor and personalized learning. 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/>
          </a:p>
          <a:p>
            <a:pPr marL="0" indent="0">
              <a:buNone/>
            </a:pPr>
            <a:r>
              <a:rPr lang="en-US" sz="4200" b="1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/>
          </a:p>
          <a:p>
            <a:r>
              <a:rPr lang="en-US" sz="900"/>
              <a:t>https://github.com/vtu-qiskit-fall-fest-2026/vtu-hc-veda</a:t>
            </a:r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/>
          </a:p>
          <a:p>
            <a:r>
              <a:rPr lang="en-US" sz="900"/>
              <a:t>https://youtu.be/0YJ-GzHXsSI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darshannaik2007@outlook.com</cp:lastModifiedBy>
  <cp:revision>1</cp:revision>
  <dcterms:modified xsi:type="dcterms:W3CDTF">2026-10-23T08:11:59Z</dcterms:modified>
</cp:coreProperties>
</file>